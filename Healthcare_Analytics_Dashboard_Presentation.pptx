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20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0E7C86">
              <a:alpha val="45000"/>
            </a:srgbClr>
          </a:solidFill>
          <a:ln w="12700">
            <a:solidFill>
              <a:srgbClr val="0E7C8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651760"/>
            <a:ext cx="3291840" cy="3291840"/>
          </a:xfrm>
          <a:prstGeom prst="ellipse">
            <a:avLst/>
          </a:prstGeom>
          <a:solidFill>
            <a:srgbClr val="FF6B5B">
              <a:alpha val="25000"/>
            </a:srgbClr>
          </a:solidFill>
          <a:ln w="12700">
            <a:solidFill>
              <a:srgbClr val="FF6B5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0840" y="1508760"/>
            <a:ext cx="1554480" cy="155448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094" y="1944014"/>
            <a:ext cx="683971" cy="6839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ANALYTICS PROJECT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Analytics Dashboard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hospital, cost and outcome insights in one interactive report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1759306"/>
            <a:ext cx="321869" cy="3218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admissions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patient and hospital admission data using Power BI.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86" y="1759306"/>
            <a:ext cx="321869" cy="3218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5216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key measures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1920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treatment cost, length of stay, outcomes and satisfaction.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24612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3450946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groups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3611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hospitals, departments, diagnoses and patient groups.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24612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2586" y="3450946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521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quick analysis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852160" y="3611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interactive dashboard for quick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admission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840480" cy="150876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154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2024–2026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years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28016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542" y="1733702"/>
            <a:ext cx="281635" cy="28163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66928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&amp; where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19202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hospital, department and diagnosis information.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297180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246120"/>
            <a:ext cx="640080" cy="64008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542" y="3425342"/>
            <a:ext cx="281635" cy="28163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66928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0" y="3611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dates, stay length, treatment cost, outcome, readmission and satisfaction.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Topics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207008" y="1783080"/>
            <a:ext cx="6766560" cy="0"/>
          </a:xfrm>
          <a:prstGeom prst="line">
            <a:avLst/>
          </a:prstGeom>
          <a:noFill/>
          <a:ln w="25400">
            <a:solidFill>
              <a:srgbClr val="B7DAD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95528" y="137160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7" y="1602029"/>
            <a:ext cx="362102" cy="3621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468880"/>
            <a:ext cx="1499616" cy="19202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94360" y="25786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10896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type validation.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78024" y="1371600"/>
            <a:ext cx="822960" cy="82296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453" y="1602029"/>
            <a:ext cx="362102" cy="3621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39696" y="2468880"/>
            <a:ext cx="1499616" cy="19202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2276856" y="25786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310896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for KPIs.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949" y="1602029"/>
            <a:ext cx="362102" cy="36210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822192" y="2468880"/>
            <a:ext cx="1499616" cy="19202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3959352" y="25786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3959352" y="310896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and charts.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843016" y="1371600"/>
            <a:ext cx="822960" cy="82296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445" y="1602029"/>
            <a:ext cx="362102" cy="36210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04688" y="2468880"/>
            <a:ext cx="1499616" cy="19202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5641848" y="25786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5641848" y="310896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Hospital, department and outcome analysis.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525512" y="137160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5941" y="1602029"/>
            <a:ext cx="362102" cy="36210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187184" y="2468880"/>
            <a:ext cx="1499616" cy="192024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324344" y="2578608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7324344" y="310896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Hospital, Admission Year and Department.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KPIs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649578"/>
            <a:ext cx="221285" cy="2212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 w="9525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258" y="1649578"/>
            <a:ext cx="221285" cy="22128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₹73,380,200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1649578"/>
            <a:ext cx="221285" cy="22128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1508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Stay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4.53 days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 w="9525">
            <a:solidFill>
              <a:srgbClr val="0B3C4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8" y="3341218"/>
            <a:ext cx="221285" cy="22128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3000" dirty="0"/>
          </a:p>
        </p:txBody>
      </p:sp>
      <p:sp>
        <p:nvSpPr>
          <p:cNvPr id="24" name="Shape 18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0440" y="320040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1258" y="3341218"/>
            <a:ext cx="221285" cy="22128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16052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52044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3.97 / 5</a:t>
            </a:r>
            <a:endParaRPr lang="en-US" sz="3000" dirty="0"/>
          </a:p>
        </p:txBody>
      </p:sp>
      <p:sp>
        <p:nvSpPr>
          <p:cNvPr id="29" name="Shape 22"/>
          <p:cNvSpPr/>
          <p:nvPr/>
        </p:nvSpPr>
        <p:spPr>
          <a:xfrm>
            <a:off x="612648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320040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5898" y="3341218"/>
            <a:ext cx="221285" cy="22128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95160" y="3200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35508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" y="16623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patient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508760"/>
            <a:ext cx="548640" cy="548640"/>
          </a:xfrm>
          <a:prstGeom prst="ellipse">
            <a:avLst/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059" y="16623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and diagnosis distribution.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55080" y="1508760"/>
            <a:ext cx="548640" cy="548640"/>
          </a:xfrm>
          <a:prstGeom prst="ellipse">
            <a:avLst/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699" y="166237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5508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 by department and hospital.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" y="335401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and gender comparison.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520440" y="3200400"/>
            <a:ext cx="548640" cy="548640"/>
          </a:xfrm>
          <a:prstGeom prst="ellipse">
            <a:avLst/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4059" y="3354019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52044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Stay-group analysis.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12648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55080" y="3200400"/>
            <a:ext cx="548640" cy="548640"/>
          </a:xfrm>
          <a:prstGeom prst="ellipse">
            <a:avLst/>
          </a:prstGeom>
          <a:solidFill>
            <a:srgbClr val="D8F0EE"/>
          </a:solidFill>
          <a:ln w="12700">
            <a:solidFill>
              <a:srgbClr val="D8F0EE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8699" y="335401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355080" y="3840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 through slicers.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6" y="1805026"/>
            <a:ext cx="321869" cy="3218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74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have a Recovered outcome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0" y="1280160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0" y="1389888"/>
            <a:ext cx="493776" cy="49377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737" y="1528145"/>
            <a:ext cx="217261" cy="2172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131673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Valley Hospital has the highest number of patient records.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657600" y="2103120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840480" y="2212848"/>
            <a:ext cx="493776" cy="49377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737" y="2351105"/>
            <a:ext cx="217261" cy="21726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72000" y="213969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department by record count is Dermatology.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657600" y="2926080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840480" y="3035808"/>
            <a:ext cx="493776" cy="49377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737" y="3174065"/>
            <a:ext cx="217261" cy="21726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72000" y="296265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is the most frequent diagnosis.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657600" y="3749040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CEBEA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840480" y="3858768"/>
            <a:ext cx="493776" cy="49377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8737" y="3997025"/>
            <a:ext cx="217261" cy="21726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572000" y="378561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hospital stay is 4.53 days.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474720" cy="3474720"/>
          </a:xfrm>
          <a:prstGeom prst="ellipse">
            <a:avLst/>
          </a:prstGeom>
          <a:solidFill>
            <a:srgbClr val="0E7C86">
              <a:alpha val="45000"/>
            </a:srgbClr>
          </a:solidFill>
          <a:ln w="12700">
            <a:solidFill>
              <a:srgbClr val="0E7C86">
                <a:alpha val="4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C8A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16166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17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converts healthcare records into an interactive analytical report.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C8A9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3317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4853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286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hospital, cost, stay and outcome information are combined in one dashboard.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C8A9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335401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allow focused analysis by hospital, year and department.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80467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4C8A9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422269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023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can be refreshed when new records are added.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310</Words>
  <Application>Microsoft Office PowerPoint</Application>
  <PresentationFormat>On-screen Show (16:9)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Analytics Dashboard</dc:title>
  <dc:subject>PptxGenJS Presentation</dc:subject>
  <dc:creator>SampritG</dc:creator>
  <cp:lastModifiedBy>Anudip</cp:lastModifiedBy>
  <cp:revision>1</cp:revision>
  <dcterms:created xsi:type="dcterms:W3CDTF">2026-10-01T05:23:59Z</dcterms:created>
  <dcterms:modified xsi:type="dcterms:W3CDTF">2026-10-01T05:27:40Z</dcterms:modified>
</cp:coreProperties>
</file>